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HeatSmart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 CONTROL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Review &amp; Improvement Recommendations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visual review of all tabs: Dashboard, Optimize, Analytics, Correlation, Energy, Settings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reviewed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improvements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noted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3 Priorities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401568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up the Optimize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the longest page by far — needs tabbed sub-sections or collapsible panels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04488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empty data states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graphs show 22h on a 30-day view, many analyses show 0 or 1 samples — misleading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07408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07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duplicate widgets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Reliability, Thermal Runoff appear on multiple tabs — single source of truth needed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Tab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&amp; Issues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well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Zone cards with at-a-glance DP spread, temp, RH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Color-coded DP risk (red border = attention needed)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Dual data sources shown (AZ/NT) where available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Live data indicator in header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to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Bottom row (Weather, Energy, Netatmo) is cramped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No quick way to see which zones need attention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Zone card positions are fixed by design — users rely on spatial memory to find zones. DP delta color coding handles risk visibility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Move the history chart selector (1h/24h/3d/7d/30d) to a single global control at the top, not per-zone on Analytics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Add a 'house summary' mini-card: overall risk level, zones heating, estimated cost today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 Tab — Too Long, Too Dense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 page currently contains 10+ sections stacked vertically. Users must scroll extensively to find what they need. Many sections show placeholder or 'collecting data' states, pushing useful content further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sections (scroll order)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Autonomous Humidity Controller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Estimated Savings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3h &amp; 24h DP Spread Forecast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Reliability Over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24h Lookahead + House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Active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Recent 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Daily Assessments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DP Spread Effectiveness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Heating vs No-Heating comparison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Thermal Runoff (Concrete Inertia)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Passive Thermal Reactivity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No-Heating Experiments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Proposed: Split into sub-tabs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status, Active Rules, Recent Actions, House 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3h/24h DP Spread Forecast, 24h Lookahead, Estimated Savings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365760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Effectiveness, Heating vs No-Heating, Experiments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429768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4297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Runoff, Passive Reactivity, Daily Assessments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 Tab — Specific Improvements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empty sections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showing 'collecting data' or '0 samples' should collapse to a single-line status bar instead of taking full card space. Example: Estimated Savings shows all zeroes — collapse it to '⏳ Collecting baseline (1 of 7 days)'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vs 24h forecasts —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forecast windows are intentional: they allow comparing model accuracy over time. The 24h window specifically enables preemptive heating — if DP trends toward &lt;4° within 24h, the system can schedule heating during a warmer, more efficient slot rather than waiting for an emergency trigger.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Rules need hierarchy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panel mixes critical overrides with normal thresholds. Use visual priority: red badge for critical rules, amber for warnings, green for normal operation. Currently all look the same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69080"/>
            <a:ext cx="73152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graph is empty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'appears after a few days' — this appears on BOTH Optimize and Energy tabs. Show it in ONE place only (Energy tab), and replace the Optimize placeholder with a simple reliability score once data exists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Tab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8 zone history charts stacked = massive scroll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Each zone has its own time selector — redundant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Prediction Model shows all zeroes (no value yet)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Energy chart duplicated from Dashboard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All charts show same '22h of data' — history gap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Zone selector buttons (like on Correlation tab) instead of 8 stacked charts — show one zone at a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One global time range selector at the top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Add a zone comparison mode: overlay 2-3 zones on one chart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Remove Energy chart duplicate — it belongs on Energy tab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Layout: Zone Selector + Single Chart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044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8056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4068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 bleu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 bleu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60920" y="36576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Cellier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" y="406908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43000" y="406908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406908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/>
        </p:spPr>
      </p:sp>
      <p:sp>
        <p:nvSpPr>
          <p:cNvPr id="32" name="Text 30"/>
          <p:cNvSpPr/>
          <p:nvPr/>
        </p:nvSpPr>
        <p:spPr>
          <a:xfrm>
            <a:off x="164592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148840" y="406908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/>
        </p:spPr>
      </p:sp>
      <p:sp>
        <p:nvSpPr>
          <p:cNvPr id="34" name="Text 32"/>
          <p:cNvSpPr/>
          <p:nvPr/>
        </p:nvSpPr>
        <p:spPr>
          <a:xfrm>
            <a:off x="214884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51760" y="406908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Full-width chart area — one zone at a time, much more readable 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Tab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has strong potential but needs refinement to be truly useful.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values will improve with more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low R² (0.00–0.07) is expected — the system has only been collecting for ~1 day. These correlations need weeks of data across varying conditions to become meaningful. Not a bug, just early days.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selector is good — keep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pill-based zone filter (Cellier, Cuisine, Jaune, etc.) is one of the best UI patterns in the app. Reuse this pattern on the Analytics tab for zone history 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Outdoor→Indoor scatter needs heating state overlay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scatter shows DP spread vs Absolute Humidity difference. The dot size indicates heating, but this would be clearer as separate colored series — one for 'heating on' and one for 'heating off' — rather than dot 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20624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cross-zone correlation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only shows outdoor→indoor. Add zone→zone correlations as requested (how does heating in Zone A affect Zone B). This is the most valuable missing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 Tab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Green/orange distinction for Linky vs estimated already exists here — good!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Estimation Method explanation panel is excellent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Cost breakdown (variable + fixed) is useful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Time range selector (Today, 3 Days, Week, Month, Year)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System has only run ~1 day — many sections will fill in over time (Reliability, cost trends, etc.)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Dashboard Energy widget shows ALL ORANGE — should use green/orange split like the Energy tab does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Reliability Over Time appears on BOTH Optimize and Energy — pick one location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Apply green/orange color coding to ALL energy displays (Dashboard widget included) — not just the Energy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Add a benchmark line: 'typical heating share for this outdoor temp is X%' so the user knows if 70% is normal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Estimate per-zone energy share based on heating duration × zone size (even if approximate)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Show Reliability Over Time ONLY here — remove the duplicate from Optimize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Add a monthly cost projection: 'At this rate, your monthly heating cost would be ~€XX'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 Tab &amp; Global Issues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Tab — Very Sparse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Only shows 4 API connection statuses — useful but incomplete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Missing: zone configuration (names, locations, floor area)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Missing: notification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Missing: threshold config (DP spread limits, heating rules)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Missing: data export option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UI Issues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Duplicate content across tabs (Energy widget on Dashboard + Analytics + Energy)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Reliability Over Time on Optimize AND Energy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loading states — empty sections look broken, not 'loading'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STOP button in nav — prominent red, but what does it stop?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mobile responsiveness visible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20040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Data Integrity &amp; Missing Readings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Airzone sometimes returns all-zero readings (Ontario, Plaf bleu showing Δ0.0°, 0.0°, 0% RH) — these must be detected and interpolated, not displayed as real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Zero readings pollute all analyses (thermal runoff, passive reactivity, correlations) — making results unreliable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History graphs should backfill from Netatmo API (getmeasure) which has weeks of history available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All analyses show 'Samples: 1' — need much more data accumulation before presenting results as reliable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Navigation Restructure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13258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1554480" cy="10972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overview, weather, quick 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0320"/>
            <a:ext cx="1554480" cy="10972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48840" y="256032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4028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actions, controller, forecasts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2560320"/>
            <a:ext cx="1554480" cy="10972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256032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history, correlations, thermal models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2560320"/>
            <a:ext cx="1554480" cy="10972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32120" y="256032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costs, Linky data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2560320"/>
            <a:ext cx="1554480" cy="109728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256032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connections, zones, preferences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Changes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Merge Optimize → Control (active management) + Analysis (passive insights)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Merge Correlation into Analysis tab as a sub-view (it's too thin for its own tab)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Each tab stays focused: one purpose, no duplicated widgets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23444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234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Data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Airzone readings (interpolation), backfill Netatmo history, green/orange on all energy charts, stricter code quality testing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219456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194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167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Layout Cleanup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Optimize into sub-tabs, merge Correlation into Analysis, zone selector buttons on Analytics, remove duplicates. Archive old code in temp tab.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15468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154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127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Analysis Enhancements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Cross-zone heating matrix, hot water impact, thermal runoff × outdoor temp, data source transparency, Strava presence 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2428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6908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411480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114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087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Settings &amp; Polish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Settings (zone config, thresholds, export), collapse empty sections, regression testing on refactors, presence history for schedule optimization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HeatSmart UI/UX Review &amp; Recommendations</dc:title>
  <dc:subject>PptxGenJS Presentation</dc:subject>
  <dc:creator>Claude</dc:creator>
  <cp:lastModifiedBy>Claude</cp:lastModifiedBy>
  <cp:revision>1</cp:revision>
  <dcterms:created xsi:type="dcterms:W3CDTF">2026-03-09T12:26:21Z</dcterms:created>
  <dcterms:modified xsi:type="dcterms:W3CDTF">2026-03-09T12:26:21Z</dcterms:modified>
</cp:coreProperties>
</file>